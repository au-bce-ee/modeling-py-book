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03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14 176,'0'0'2258,"-1"-3"-2227,-6-8 7153,5 16-7095,1-1 1,-1 1-1,1-1 0,0 1 1,0 0-1,1 0 1,-1 6-1,-1 4 9,-2 18 26,2 0 0,4 65 0,1-23-37,-3-33 3,1-16-66,-1 1 0,-7 49 1,4-50-7,1-1 0,1 1 0,4 36 1,-1 2 2,-2 1063 3459,5-1136-4126,39-86-3329,-18 38-245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07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1928,'0'0'11955,"22"0"-11054,5 2-534,-1 1-1,47 11 0,9 2-131,502 24 1477,3-40-1630,-254-3-21,-17 5-38,333-4-71,69-11 487,942 13-521,-1220-7 150,-177 9-166,280-5-186,-377-5 425,394-11-129,-539 19-16,655 8-228,-535 7 219,-15-1 2,381 32 28,-108-44-934,-360-6 873,0-3 0,-1-1 1,57-19-1,-55 14 83,0 2 0,76-11 0,59 16 71,15-2-224,-79-7-196,52-3 460,-53 17-148,-51 2-40,62-8 0,558-35 323,785 36-132,-489-8-146,-615 39 39,-299-19-31,178 28-232,8 0 226,349-6-54,-595-28 33,0 0 0,-1 0 0,1 0 0,0 0 0,-1 0 0,1 0 0,0 0 0,-1 0 0,1 0 1,-1 1-1,1-1 0,0 0 0,-1 0 0,1 1 0,-1-1 0,1 0 0,-1 1 0,1-1 0,-1 1 0,1-1 0,-1 1 0,0-1 0,1 1 0,-1-1 0,1 1 0,-1-1 0,0 1 1,0-1-1,1 1 0,-1 0 0,0-1 0,0 1 0,0-1 0,1 1 0,-1 0 0,0-1 0,0 1 0,0 0 0,0-1 0,0 1 0,-1 0 0,1-1 0,0 1 0,0-1 1,0 1-1,-1 0 0,1 6-191,0-7 175,0 16-990,0 119-6455,0-73 1647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24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18525,'15100'0'0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38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0 288,'0'0'3443,"40"6"1628,-31 26-3882,-7-23-1070,0-1 0,0 0-1,0 1 1,-1 0 0,-1-1-1,1 1 1,-1 0 0,-1-1-1,-1 13 1,0 11 72,2 183 139,-7-139 1487,7-76-1498,0 20 342,0 1-2065,0-14-4264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40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53 464,'0'0'3826,"-13"-3"2512,66-35-5293,-39 26-1034,-7 13 234,-6 25 357,-2-3-566,1 5 313,-1 0 0,-2 0 0,-6 31 0,8-49-280,0 0 0,0 0-1,1-1 1,2 15 0,-1-16-72,-1-1-1,1 0 1,-1 0-1,-1 0 1,1 0 0,-1 0-1,0 0 1,-5 13-1,-4 13-1,9-28-1,0 0-1,0-1 1,-1 1 0,0-1 0,1 0 0,-1 0 0,-1 1 0,1-1 0,-5 6 0,0 22-162,6-22-289,1-29 322,0-100 323,1 112-177,0 1-1,1-1 1,0 0 0,1 1 0,-1-1 0,1 1 0,1 0 0,-1 0 0,1 0 0,0 0 0,0 0 0,10-9 0,-7 7-18,0-1 1,-1 1 0,0-1 0,8-16-1,-12 19 6,0 0 0,1-1 0,-1 1-1,2 1 1,-1-1 0,1 0 0,-1 1-1,1 0 1,1 0 0,-1 0 0,1 0-1,0 1 1,11-8 0,-9 5-19,1 1 0,1 1 1,-1-1-1,1 1 0,0 1 1,0 0-1,0 0 0,0 0 0,15-2 1,16 30 256,-35-20-233,0-1 0,0 2 0,-1-1 0,1 0 0,-1 1 0,0 0 0,-1 0 0,1 0 0,-1 1 0,0-1-1,0 1 1,2 6 0,1 7 167,-1 0 1,5 28-1,-9-44-139,3 37 430,0 0 0,-4 58 0,-1-47 190,1-50-616,0-32-3533,0 0 97,0-3-1584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42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2192,'0'0'12332,"28"0"-11285,397-17 955,-25 17-2733,-399 0 654,-11 0-5567,-13 0 1431,2 0-583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44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3 1464,'0'0'2141,"-32"-2"-3495,24 1 10315,63 3-5184,-42-1-3745,0 0 0,-1 1 0,1 1 0,-1 0 0,0 0 0,0 2 0,20 9 0,22 23 38,21 11-71,-74-47-54,-1 34-1046,0-35 1100,0 4-5,1-1-1,-1 1 0,0 0 0,0-1 1,-1 1-1,1 0 0,-1-1 1,0 1-1,0-1 0,0 1 0,0-1 1,0 1-1,-1-1 0,0 0 1,0 0-1,1 0 0,-2 0 0,-1 3 1,-20 21 11,0-2 0,-2 0 0,-38 28 0,10-18-74,43-29 95,0 0-1,1 1 1,-1 1 0,1 0-1,1 0 1,0 1-1,0 0 1,-12 15-1,11-15-976,10-9 838,-1-1-1,1 1 0,0 0 0,0 0 1,-1-1-1,1 1 0,0 0 1,0-1-1,0 1 0,0 0 1,-1-1-1,1 1 0,0 0 0,0-1 1,0 1-1,0 0 0,0-1 1,0 1-1,0 0 0,0-1 0,0 1 1,0-1-1,0 1 0,0 0 1,0-1-1,0 1 0,1 0 0,-1-1 1,0 1-1,0 0 0,0-1 1,0 1-1,1 0 0,-1 0 0,0-1 1,0 1-1,1-1 0,10-16-3504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26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0 504,'0'0'584,"20"0"-736,-6 0-24,-7 0-192,6 0-24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26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56,'81'0'0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28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1440 808,'0'0'2895,"0"4"-2436,0-4-416,0 1-1,0-1 0,-1 0 1,1 1-1,0-1 1,0 1-1,0-1 1,0 1-1,0-1 0,0 1 1,0-1-1,0 1 1,0-1-1,0 1 1,0-1-1,0 1 0,0-1 1,0 1-1,0-1 1,0 1-1,0-1 0,1 0 1,-1 1-1,0-1 1,0 1-1,1-1 1,-1 0-1,0 1 0,1-1 1,-1 1-1,0-1 1,1 0-1,-1 1 0,0-1 1,1 0-1,-1 0 1,1 1-1,-1-1 1,0 0-1,1 0 0,-1 0 1,1 0-1,-1 1 1,1-1-1,-1 0 0,1 0 1,-1 0-1,1 0 1,-1 0-1,1 0 1,-1 0-1,1-1 0,20 5 4036,-16-1-2515,8 1 453,-12-4-2026,0-1-1,0 0 1,-1 1 0,1-1 0,-1 0 0,1 0 0,0 1 0,-1-1-1,1 0 1,-1 0 0,0 0 0,1 0 0,-1 0 0,0 0 0,1 1-1,-1-1 1,0 0 0,0 0 0,0 0 0,0-2 0,12-102 72,-2-179 0,-10 279-51,1 0 1,0 0-1,0 0 1,0 0-1,1 0 1,0 0 0,0 0-1,4-7 1,-3 8-13,-1-1 0,1 0 1,-1 0-1,-1 0 1,1-1-1,-1 1 1,1 0-1,-1-9 0,4-44-46,-3 47-10,-1-1 0,0 0 0,-1 0 0,0 0 0,0 0 0,-2 0 0,1 0 0,-5-13 0,2 11 65,-2 1 0,1 0 0,-12-19 0,9 0-21,3 25 9,0 0 0,0-1 0,1 0 1,0 0-1,0 0 0,1 0 0,0 0 0,-2-14 1,1 8 8,1 6 5,1 1 1,0-1 0,0 0 0,1 0-1,0 0 1,0 0 0,0 0 0,1 0-1,1-1 1,0 1 0,0 0 0,0 0-1,1 0 1,5-14 0,5-7-9,17-25 4,-27 50-20,1-1 0,-1 1 0,0-1 1,0 0-1,0 0 0,-1 0 0,0 0 0,0 0 0,0-1 1,0-8-1,-3-62-165,0 34-218,2-6-379,0 46 754,0-1 1,-1 1-1,0 0 1,1 0-1,-1 0 1,0 0-1,0 0 1,0 0-1,0 0 0,-1 0 1,1 0-1,0 0 1,-1 1-1,0-1 1,1 1-1,-1-1 1,0 1-1,0-1 1,1 1-1,-1 0 1,0 0-1,0 0 1,0 0-1,-4-1 1,4 1 12,0 0-3,-1 0 1,1-1-1,0 1 1,0 0-1,1-1 0,-1 0 1,0 1-1,0-1 1,1 0-1,-1 0 0,1 0 1,-1 0-1,1 0 1,0 0-1,0 0 1,0 0-1,-1-3 0,-3-47-1689,-49 52-4799,40 0 3622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47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1136,'0'0'12792,"34"0"-10679,208-10-1472,-199 7-482,902-12 173,-740 16-6073,-244-1 2792,-1 0-1165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48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 1592,'0'0'13493,"20"0"-12437,-12 2-958,-1 0 0,1 0 0,-1 1 1,0 0-1,1 1 0,-2-1 0,10 8 0,33 14-68,183 70-565,-215-88 534,-15-6-48,0-1 1,1 1-1,-1 0 1,0 0-1,0 0 1,0 0-1,0 0 1,0 0 0,0 1-1,0-1 1,-1 0-1,1 1 1,0 0-1,-1-1 1,1 1-1,-1 0 1,1 0 0,-1 0-1,0 0 1,0 0-1,0 0 1,0 0-1,0 0 1,-1 1-1,1-1 1,-1 0 0,1 0-1,-1 1 1,0-1-1,0 0 1,0 1-1,0-1 1,0 4-1,-1-1 47,0 1-1,0-1 0,0 1 0,0-1 0,-1 0 0,0 0 0,0 0 0,0 0 1,-1 0-1,0 0 0,0-1 0,0 1 0,0-1 0,-8 8 0,-8 6 12,-39 31-1,30-27-14,-200 189 326,139-125-79,22-31-160,66-54-62,9-1-6834,4 0 1574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49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11 2240,'0'0'4962,"7"-2"-4273,20-5 134,-20 6 2679,-9 2-3450,1 1 0,-1-1 0,1 1-1,-1-1 1,0 0 0,0 0 0,1 0 0,-1 0 0,0 0 0,0 0 0,0 0-1,0-1 1,-3 1 0,-1 1 30,-113 60 494,103-53-478,1 1 1,0 1-1,1 0 1,0 1-1,-14 17 1,25-27-77,1 1 1,0-1-1,-1 1 0,1 0 0,1 0 1,-1 0-1,0 0 0,1 0 1,-1 0-1,1 1 0,0-1 0,0 0 1,0 1-1,1-1 0,-1 1 1,1-1-1,0 1 0,0-1 0,0 1 1,0-1-1,1 1 0,-1-1 1,3 7-1,-1-6-11,0-1-1,0 0 1,0 1 0,1-1-1,-1 0 1,1 0 0,0 0-1,0 0 1,0-1 0,0 1-1,0-1 1,1 0 0,-1 0-1,1 0 1,0 0 0,-1-1-1,1 1 1,0-1 0,5 1-1,12 3-85,1-1 0,-1-1 1,1-1-1,0-1 0,0-1 0,-1 0 0,1-2 0,0-1 0,-1 0 0,1-2 1,-1 0-1,0-2 0,30-13 0,-32 11 66,-4 2-74,-1-1 1,0 0-1,23-17 1,-34 23 24,0-1 0,0 0 1,0 0-1,0-1 0,0 1 0,-1 0 1,1-1-1,-1 0 0,0 0 0,0 1 1,-1-1-1,1 0 0,-1 0 0,0-1 1,0 1-1,0 0 0,0 0 0,0-8 1,-2 8 46,-1 1 0,1-1 1,0 1-1,-1 0 0,1-1 1,-1 1-1,0 0 0,0 0 1,0 0-1,-1 0 0,1 1 1,-1-1-1,0 1 1,1-1-1,-1 1 0,0 0 1,0 0-1,-1 0 0,1 0 1,0 1-1,0-1 0,-8-1 1,-12-6-66,-48-13 1,50 18 18,0 0 1,0 2 0,-37-1-1,57 3-42,0 0 0,0 0 0,0 0 0,0 0-1,1 0 1,-1 0 0,0 0 0,0 1 0,0-1 0,0 0 0,1 1-1,-1-1 1,0 0 0,0 1 0,1-1 0,-1 1 0,0-1 0,1 1-1,-1 0 1,0-1 0,1 1 0,-1 0 0,1-1 0,-1 1-1,1 1 1,-3 11-3443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51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1 316 960,'0'0'5820,"15"1"-3862,-10 2 2667,-5 379-1719,3-380-2943,0-1 1,0-1-1,0 1 1,1 0-1,-1-1 1,0 1-1,0-1 0,1 0 1,-1 0-1,6-1 1,-2 0-37,15 2 1,-10 0 3,0-1-1,0 0 1,1 0 0,-1-1 0,0-1 0,0 0 0,0 0 0,0-1-1,0-1 1,-1 0 0,0 0 0,1-2 0,15-9 0,-13 6-188,0-1 0,-1-1 1,0 0-1,-1-1 0,0-1 0,-1 0 1,0 0-1,-1-1 0,-1 0 1,0-1-1,11-24 0,1 5-90,-18 31 336,0-1 1,0 0 0,-1 1 0,0-1 0,1 0 0,-1 0-1,0 0 1,-1 0 0,1-1 0,-1 1 0,1-5 0,-2 8 6,6-11-14,-5 11-38,-2 35 885,-2-19-553,0 0 1,1 0-1,1 0 1,1 0-1,2 26 1,-1 1-291,-1-39 21,1 1 0,-1-1 0,1 1 0,0-1 0,0 0-1,0 0 1,0 1 0,0-1 0,1 0 0,-1 0 0,1 0 0,0 0-1,0-1 1,0 1 0,0 0 0,1-1 0,-1 1 0,1-1 0,-1 0-1,1 0 1,0 0 0,0 0 0,0-1 0,0 1 0,0-1 0,0 1-1,0-1 1,0 0 0,1 0 0,-1-1 0,0 1 0,1-1 0,-1 0-1,6 0 1,10 1-53,1-2 1,-1 0-1,1-1 0,-1-2 0,24-6 0,-33 7 5,0-1 0,-1 0 0,1-1 0,-1 0 0,0-1 0,-1 0 0,0 0-1,0-1 1,0 0 0,0 0 0,11-15 0,31-48-290,53-97 0,-67 106-327,-33 51 615,1-1 0,-2 0 1,1 0-1,-1 0 0,-1 0 0,0 0 1,-1 0-1,-1-19 0,0 11-32,2-8 43,0 19-148,-1 0 1,0 0-1,0 0 0,-1-1 1,0 1-1,-2-10 1,2 16 141,0 1 0,0-1 1,0 0-1,0 0 0,0 0 0,0 1 1,0-1-1,-1 1 0,1-1 1,0 1-1,-1-1 0,0 1 0,1 0 1,-1 0-1,0 0 0,1 0 1,-1 0-1,0 0 0,0 0 0,0 0 1,0 1-1,0-1 0,0 1 1,0 0-1,0-1 0,0 1 0,0 0 1,0 0-1,-3 1 0,3-1 63,0 0 0,0 0-1,-1 1 1,1-1-1,0 1 1,0 0 0,0 0-1,0 0 1,0 0 0,0 0-1,0 0 1,0 0 0,1 1-1,-1-1 1,0 1 0,1-1-1,-1 1 1,1-1 0,-1 1-1,1 0 1,0 0 0,0 0-1,0 0 1,0 0 0,0 0-1,0 0 1,1 0 0,-1 0-1,0 4 1,-2 9 247,0 0 0,1 0 0,-1 21 1,1-7-9,-4 48 330,4 103 1,2-97 288,0-76-852,1 0 1,-1 0-1,1 1 0,0-1 0,1 0 0,-1 0 1,2 0-1,-1 0 0,1 0 0,0-1 0,0 1 1,1-1-1,-1 0 0,2 0 0,-1 0 1,1 0-1,-1-1 0,2 1 0,-1-1 0,0-1 1,1 1-1,0-1 0,0 0 0,0 0 0,1-1 1,-1 0-1,1 0 0,0 0 0,0-1 1,0 0-1,9 1 0,27 2-598,69-3 0,-78-2-2420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52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8 416,'0'0'6608,"-2"14"-6085,-8-8-1105,-2 1 5505,24-3-2111,277-22-1035,-85 2-1602,-123 12-245,-80 4 2,21 0-1767,-38 11-4924,-10 5 2656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4T11:02:5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1 776,'0'0'7430,"28"11"-6141,-28-11-1241,0 1 0,0-1-1,1 1 1,-1 0 0,0-1-1,1 1 1,-1-1 0,1 1-1,-1-1 1,1 1-1,-1-1 1,1 1 0,-1-1-1,1 1 1,0-1 0,-1 0-1,1 1 1,0-1 0,-1 0-1,1 1 1,0-1 0,-1 0-1,2 0 1,-1 0-28,0 1 1,0-1-1,0 0 1,0 1-1,0-1 1,0 0-1,0 1 1,0-1-1,0 1 0,0 0 1,0-1-1,-1 1 1,1 0-1,0-1 1,0 1-1,-1 0 1,1 0-1,0 0 1,-1-1-1,1 1 1,-1 0-1,1 0 0,-1 0 1,0 0-1,1 0 1,-1 0-1,0 1 1,0 52 431,0-53-500,0-35-482,0 32 531,0 0-1,0 0 0,1 0 1,-1 1-1,0-1 0,0 0 1,1 0-1,-1 0 0,1 0 0,0 1 1,0-1-1,-1 0 0,1 1 1,0-1-1,0 0 0,1 1 1,-1 0-1,0-1 0,0 1 0,1-1 1,-1 1-1,1 0 0,-1 0 1,1 0-1,-1 0 0,3-1 1,-1 1 12,1 0 0,0 0 0,-1 0 0,1 1 0,0-1 0,0 1 0,0 0 1,-1 0-1,1 0 0,0 0 0,0 1 0,7 1 0,-10 1 10,1 1 0,-1-1-1,0 0 1,0 0 0,0 1 0,-1-1-1,1 1 1,-1-1 0,0 1 0,0-1-1,0 0 1,0 1 0,0-1 0,-1 1-1,0-1 1,0 0 0,-1 4-1,-27 9 283,10-7-554,17-7-1350,9-1-1581,12-1-3179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21" Type="http://schemas.openxmlformats.org/officeDocument/2006/relationships/image" Target="../media/image9.png"/><Relationship Id="rId34" Type="http://schemas.openxmlformats.org/officeDocument/2006/relationships/customXml" Target="../ink/ink16.xml"/><Relationship Id="rId7" Type="http://schemas.openxmlformats.org/officeDocument/2006/relationships/image" Target="../media/image2.png"/><Relationship Id="rId12" Type="http://schemas.openxmlformats.org/officeDocument/2006/relationships/customXml" Target="../ink/ink5.xml"/><Relationship Id="rId17" Type="http://schemas.openxmlformats.org/officeDocument/2006/relationships/image" Target="../media/image7.png"/><Relationship Id="rId25" Type="http://schemas.openxmlformats.org/officeDocument/2006/relationships/image" Target="../media/image11.png"/><Relationship Id="rId33" Type="http://schemas.openxmlformats.org/officeDocument/2006/relationships/image" Target="../media/image15.png"/><Relationship Id="rId2" Type="http://schemas.openxmlformats.org/officeDocument/2006/relationships/customXml" Target="../../customXml/item4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3.png"/><Relationship Id="rId1" Type="http://schemas.openxmlformats.org/officeDocument/2006/relationships/customXml" Target="../../customXml/item1.xml"/><Relationship Id="rId6" Type="http://schemas.openxmlformats.org/officeDocument/2006/relationships/customXml" Target="../ink/ink2.xml"/><Relationship Id="rId11" Type="http://schemas.openxmlformats.org/officeDocument/2006/relationships/image" Target="../media/image4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5" Type="http://schemas.openxmlformats.org/officeDocument/2006/relationships/image" Target="../media/image1.png"/><Relationship Id="rId15" Type="http://schemas.openxmlformats.org/officeDocument/2006/relationships/image" Target="../media/image6.png"/><Relationship Id="rId23" Type="http://schemas.openxmlformats.org/officeDocument/2006/relationships/image" Target="../media/image10.png"/><Relationship Id="rId28" Type="http://schemas.openxmlformats.org/officeDocument/2006/relationships/customXml" Target="../ink/ink13.xml"/><Relationship Id="rId36" Type="http://schemas.openxmlformats.org/officeDocument/2006/relationships/image" Target="../media/image17.png"/><Relationship Id="rId10" Type="http://schemas.openxmlformats.org/officeDocument/2006/relationships/customXml" Target="../ink/ink4.xml"/><Relationship Id="rId19" Type="http://schemas.openxmlformats.org/officeDocument/2006/relationships/image" Target="../media/image8.png"/><Relationship Id="rId31" Type="http://schemas.openxmlformats.org/officeDocument/2006/relationships/image" Target="../media/image14.png"/><Relationship Id="rId4" Type="http://schemas.openxmlformats.org/officeDocument/2006/relationships/customXml" Target="../ink/ink1.xml"/><Relationship Id="rId9" Type="http://schemas.openxmlformats.org/officeDocument/2006/relationships/image" Target="../media/image3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2.png"/><Relationship Id="rId30" Type="http://schemas.openxmlformats.org/officeDocument/2006/relationships/customXml" Target="../ink/ink14.xml"/><Relationship Id="rId35" Type="http://schemas.openxmlformats.org/officeDocument/2006/relationships/image" Target="../media/image16.png"/><Relationship Id="rId8" Type="http://schemas.openxmlformats.org/officeDocument/2006/relationships/customXml" Target="../ink/ink3.xml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A1DB00CA-7A91-9D09-07FC-182F01B9F7FE}"/>
              </a:ext>
            </a:extLst>
          </p:cNvPr>
          <p:cNvGrpSpPr/>
          <p:nvPr/>
        </p:nvGrpSpPr>
        <p:grpSpPr>
          <a:xfrm>
            <a:off x="1813143" y="1795492"/>
            <a:ext cx="8253000" cy="663120"/>
            <a:chOff x="1813143" y="1795492"/>
            <a:chExt cx="8253000" cy="66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30B1706-65AC-60DC-E147-8FBEE0D86960}"/>
                    </a:ext>
                  </a:extLst>
                </p14:cNvPr>
                <p14:cNvContentPartPr/>
                <p14:nvPr/>
              </p14:nvContentPartPr>
              <p14:xfrm>
                <a:off x="2782623" y="1810612"/>
                <a:ext cx="28800" cy="648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30B1706-65AC-60DC-E147-8FBEE0D869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76503" y="1804492"/>
                  <a:ext cx="4104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275EF1-68B9-99BA-0B86-824CE6ACBC98}"/>
                    </a:ext>
                  </a:extLst>
                </p14:cNvPr>
                <p14:cNvContentPartPr/>
                <p14:nvPr/>
              </p14:nvContentPartPr>
              <p14:xfrm>
                <a:off x="2784423" y="1795492"/>
                <a:ext cx="5361840" cy="132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275EF1-68B9-99BA-0B86-824CE6ACBC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778303" y="1789372"/>
                  <a:ext cx="5374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7BEAA5-E8E5-5C45-420E-37B643192EC8}"/>
                    </a:ext>
                  </a:extLst>
                </p14:cNvPr>
                <p14:cNvContentPartPr/>
                <p14:nvPr/>
              </p14:nvContentPartPr>
              <p14:xfrm>
                <a:off x="2754903" y="2414692"/>
                <a:ext cx="5436360" cy="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7BEAA5-E8E5-5C45-420E-37B643192EC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48783" y="2402452"/>
                  <a:ext cx="5448600" cy="25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0D0CFE-D3FD-579C-1E70-357898748488}"/>
                </a:ext>
              </a:extLst>
            </p:cNvPr>
            <p:cNvGrpSpPr/>
            <p:nvPr/>
          </p:nvGrpSpPr>
          <p:grpSpPr>
            <a:xfrm>
              <a:off x="1839783" y="2044972"/>
              <a:ext cx="215640" cy="182880"/>
              <a:chOff x="1839783" y="2044972"/>
              <a:chExt cx="215640" cy="1828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0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C5DABB76-F8E9-0048-4155-A95C7EBB161E}"/>
                      </a:ext>
                    </a:extLst>
                  </p14:cNvPr>
                  <p14:cNvContentPartPr/>
                  <p14:nvPr/>
                </p14:nvContentPartPr>
                <p14:xfrm>
                  <a:off x="1839783" y="2044972"/>
                  <a:ext cx="21600" cy="18288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C5DABB76-F8E9-0048-4155-A95C7EBB161E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833663" y="2038852"/>
                    <a:ext cx="33840" cy="195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DF094841-2F5F-6AE7-8621-F55D1E6CDFC1}"/>
                      </a:ext>
                    </a:extLst>
                  </p14:cNvPr>
                  <p14:cNvContentPartPr/>
                  <p14:nvPr/>
                </p14:nvContentPartPr>
                <p14:xfrm>
                  <a:off x="1916103" y="2051812"/>
                  <a:ext cx="139320" cy="164880"/>
                </p14:xfrm>
              </p:contentPart>
            </mc:Choice>
            <mc:Fallback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DF094841-2F5F-6AE7-8621-F55D1E6CDFC1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909983" y="2045692"/>
                    <a:ext cx="151560" cy="177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8F6025E-DF29-AC75-EFEA-67CBE17DF367}"/>
                </a:ext>
              </a:extLst>
            </p:cNvPr>
            <p:cNvGrpSpPr/>
            <p:nvPr/>
          </p:nvGrpSpPr>
          <p:grpSpPr>
            <a:xfrm>
              <a:off x="2303463" y="2036332"/>
              <a:ext cx="362160" cy="173880"/>
              <a:chOff x="2303463" y="2036332"/>
              <a:chExt cx="362160" cy="17388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FEFB9810-7A04-43C4-3952-FDAD6AABBCC9}"/>
                      </a:ext>
                    </a:extLst>
                  </p14:cNvPr>
                  <p14:cNvContentPartPr/>
                  <p14:nvPr/>
                </p14:nvContentPartPr>
                <p14:xfrm>
                  <a:off x="2303463" y="2127412"/>
                  <a:ext cx="307800" cy="6480"/>
                </p14:xfrm>
              </p:contentPart>
            </mc:Choice>
            <mc:Fallback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FEFB9810-7A04-43C4-3952-FDAD6AABBCC9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297343" y="2121292"/>
                    <a:ext cx="320040" cy="1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6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D8A66409-CAAE-FBA2-C1F7-DA96C28AEF60}"/>
                      </a:ext>
                    </a:extLst>
                  </p14:cNvPr>
                  <p14:cNvContentPartPr/>
                  <p14:nvPr/>
                </p14:nvContentPartPr>
                <p14:xfrm>
                  <a:off x="2547543" y="2036332"/>
                  <a:ext cx="118080" cy="173880"/>
                </p14:xfrm>
              </p:contentPart>
            </mc:Choice>
            <mc:Fallback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D8A66409-CAAE-FBA2-C1F7-DA96C28AEF60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2541423" y="2030212"/>
                    <a:ext cx="130320" cy="1861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385E716-5FE5-97AB-E577-861CB9E9DBCB}"/>
                </a:ext>
              </a:extLst>
            </p:cNvPr>
            <p:cNvGrpSpPr/>
            <p:nvPr/>
          </p:nvGrpSpPr>
          <p:grpSpPr>
            <a:xfrm>
              <a:off x="8103423" y="1875772"/>
              <a:ext cx="1962720" cy="529920"/>
              <a:chOff x="8103423" y="1875772"/>
              <a:chExt cx="1962720" cy="5299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8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78512C02-8775-3F38-6D97-533FEDB2F050}"/>
                      </a:ext>
                    </a:extLst>
                  </p14:cNvPr>
                  <p14:cNvContentPartPr/>
                  <p14:nvPr/>
                </p14:nvContentPartPr>
                <p14:xfrm>
                  <a:off x="8103423" y="2380492"/>
                  <a:ext cx="19800" cy="360"/>
                </p14:xfrm>
              </p:contentPart>
            </mc:Choice>
            <mc:Fallback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78512C02-8775-3F38-6D97-533FEDB2F050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097303" y="2374372"/>
                    <a:ext cx="3204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0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31E73E96-47AB-C92B-C782-28191EE5AF27}"/>
                      </a:ext>
                    </a:extLst>
                  </p14:cNvPr>
                  <p14:cNvContentPartPr/>
                  <p14:nvPr/>
                </p14:nvContentPartPr>
                <p14:xfrm>
                  <a:off x="8103423" y="2380492"/>
                  <a:ext cx="29520" cy="36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31E73E96-47AB-C92B-C782-28191EE5AF27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8097303" y="2374372"/>
                    <a:ext cx="41760" cy="12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2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C1D43EFF-9F26-4F69-0384-88343E34080F}"/>
                      </a:ext>
                    </a:extLst>
                  </p14:cNvPr>
                  <p14:cNvContentPartPr/>
                  <p14:nvPr/>
                </p14:nvContentPartPr>
                <p14:xfrm>
                  <a:off x="8135103" y="1875772"/>
                  <a:ext cx="64440" cy="52992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C1D43EFF-9F26-4F69-0384-88343E34080F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8128983" y="1869652"/>
                    <a:ext cx="76680" cy="542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4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967A98F9-45D0-DB34-21C8-1B33022AEB54}"/>
                      </a:ext>
                    </a:extLst>
                  </p14:cNvPr>
                  <p14:cNvContentPartPr/>
                  <p14:nvPr/>
                </p14:nvContentPartPr>
                <p14:xfrm>
                  <a:off x="8386743" y="2137132"/>
                  <a:ext cx="529200" cy="10440"/>
                </p14:xfrm>
              </p:contentPart>
            </mc:Choice>
            <mc:Fallback>
              <p:pic>
                <p:nvPicPr>
                  <p:cNvPr id="19" name="Ink 18">
                    <a:extLst>
                      <a:ext uri="{FF2B5EF4-FFF2-40B4-BE49-F238E27FC236}">
                        <a16:creationId xmlns:a16="http://schemas.microsoft.com/office/drawing/2014/main" id="{967A98F9-45D0-DB34-21C8-1B33022AEB54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8380623" y="2131012"/>
                    <a:ext cx="541440" cy="22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6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8D82C1F9-254E-CAA0-B59A-F77DEE8AC045}"/>
                      </a:ext>
                    </a:extLst>
                  </p14:cNvPr>
                  <p14:cNvContentPartPr/>
                  <p14:nvPr/>
                </p14:nvContentPartPr>
                <p14:xfrm>
                  <a:off x="8850063" y="2011492"/>
                  <a:ext cx="191160" cy="268200"/>
                </p14:xfrm>
              </p:contentPart>
            </mc:Choice>
            <mc:Fallback>
              <p:pic>
                <p:nvPicPr>
                  <p:cNvPr id="20" name="Ink 19">
                    <a:extLst>
                      <a:ext uri="{FF2B5EF4-FFF2-40B4-BE49-F238E27FC236}">
                        <a16:creationId xmlns:a16="http://schemas.microsoft.com/office/drawing/2014/main" id="{8D82C1F9-254E-CAA0-B59A-F77DEE8AC045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8843943" y="2005372"/>
                    <a:ext cx="203400" cy="280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8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8FEEE79A-3D23-4DF2-1F60-E9F130DAE787}"/>
                      </a:ext>
                    </a:extLst>
                  </p14:cNvPr>
                  <p14:cNvContentPartPr/>
                  <p14:nvPr/>
                </p14:nvContentPartPr>
                <p14:xfrm>
                  <a:off x="9232383" y="2049652"/>
                  <a:ext cx="194040" cy="111960"/>
                </p14:xfrm>
              </p:contentPart>
            </mc:Choice>
            <mc:Fallback>
              <p:pic>
                <p:nvPicPr>
                  <p:cNvPr id="21" name="Ink 20">
                    <a:extLst>
                      <a:ext uri="{FF2B5EF4-FFF2-40B4-BE49-F238E27FC236}">
                        <a16:creationId xmlns:a16="http://schemas.microsoft.com/office/drawing/2014/main" id="{8FEEE79A-3D23-4DF2-1F60-E9F130DAE787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9226263" y="2043532"/>
                    <a:ext cx="206280" cy="124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0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34A38271-9D7E-C9F5-C2A8-DFCCE57BC63B}"/>
                      </a:ext>
                    </a:extLst>
                  </p14:cNvPr>
                  <p14:cNvContentPartPr/>
                  <p14:nvPr/>
                </p14:nvContentPartPr>
                <p14:xfrm>
                  <a:off x="9557823" y="1901692"/>
                  <a:ext cx="439200" cy="25524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34A38271-9D7E-C9F5-C2A8-DFCCE57BC63B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9551703" y="1895572"/>
                    <a:ext cx="451440" cy="267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2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A04F09EA-8BC4-12C4-4F9B-DCF50D7A106F}"/>
                      </a:ext>
                    </a:extLst>
                  </p14:cNvPr>
                  <p14:cNvContentPartPr/>
                  <p14:nvPr/>
                </p14:nvContentPartPr>
                <p14:xfrm>
                  <a:off x="9846903" y="2003932"/>
                  <a:ext cx="219240" cy="1404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A04F09EA-8BC4-12C4-4F9B-DCF50D7A106F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9840783" y="1997812"/>
                    <a:ext cx="231480" cy="262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26482AB-3C4E-89AC-C5B1-BBC60F1D800A}"/>
                    </a:ext>
                  </a:extLst>
                </p14:cNvPr>
                <p14:cNvContentPartPr/>
                <p14:nvPr/>
              </p14:nvContentPartPr>
              <p14:xfrm>
                <a:off x="1813143" y="1849852"/>
                <a:ext cx="54720" cy="39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26482AB-3C4E-89AC-C5B1-BBC60F1D800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07023" y="1843732"/>
                  <a:ext cx="66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CCF49E5-CF06-60D1-6C7A-E4545E20C906}"/>
              </a:ext>
            </a:extLst>
          </p:cNvPr>
          <p:cNvGrpSpPr/>
          <p:nvPr/>
        </p:nvGrpSpPr>
        <p:grpSpPr>
          <a:xfrm>
            <a:off x="1989721" y="3773855"/>
            <a:ext cx="7341116" cy="1032284"/>
            <a:chOff x="1989721" y="3773855"/>
            <a:chExt cx="7341116" cy="103228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E2544C-299D-F40E-BFC0-43FF8B904A9C}"/>
                </a:ext>
              </a:extLst>
            </p:cNvPr>
            <p:cNvSpPr/>
            <p:nvPr/>
          </p:nvSpPr>
          <p:spPr>
            <a:xfrm>
              <a:off x="3012303" y="4452309"/>
              <a:ext cx="5120640" cy="338328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dirty="0">
                  <a:solidFill>
                    <a:schemeClr val="tx1"/>
                  </a:solidFill>
                </a:rPr>
                <a:t>fluid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52497C7-47F9-3761-C55B-1EF3D0D20FE6}"/>
                </a:ext>
              </a:extLst>
            </p:cNvPr>
            <p:cNvCxnSpPr>
              <a:cxnSpLocks/>
            </p:cNvCxnSpPr>
            <p:nvPr/>
          </p:nvCxnSpPr>
          <p:spPr>
            <a:xfrm>
              <a:off x="2399057" y="4621473"/>
              <a:ext cx="424869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9150A0E-AD8C-0240-0A60-54FC8B2C9F0D}"/>
                </a:ext>
              </a:extLst>
            </p:cNvPr>
            <p:cNvCxnSpPr>
              <a:cxnSpLocks/>
            </p:cNvCxnSpPr>
            <p:nvPr/>
          </p:nvCxnSpPr>
          <p:spPr>
            <a:xfrm>
              <a:off x="8321321" y="4621473"/>
              <a:ext cx="424869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514302E-565A-8A22-8ED9-828B8280F8A6}"/>
                    </a:ext>
                  </a:extLst>
                </p:cNvPr>
                <p:cNvSpPr txBox="1"/>
                <p:nvPr/>
              </p:nvSpPr>
              <p:spPr>
                <a:xfrm>
                  <a:off x="1989721" y="4436807"/>
                  <a:ext cx="4419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i="1">
                            <a:latin typeface="Cambria Math" panose="02040503050406030204" pitchFamily="18" charset="0"/>
                          </a:rPr>
                          <m:t>𝑖𝑛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D514302E-565A-8A22-8ED9-828B8280F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721" y="4436807"/>
                  <a:ext cx="441916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EB5D354-DEEA-C93F-A0DB-126DD4E1E36B}"/>
                    </a:ext>
                  </a:extLst>
                </p:cNvPr>
                <p:cNvSpPr txBox="1"/>
                <p:nvPr/>
              </p:nvSpPr>
              <p:spPr>
                <a:xfrm>
                  <a:off x="8746190" y="4421305"/>
                  <a:ext cx="58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oMath>
                    </m:oMathPara>
                  </a14:m>
                  <a:endParaRPr lang="da-DK" dirty="0"/>
                </a:p>
              </p:txBody>
            </p:sp>
          </mc:Choice>
          <mc:Fallback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EB5D354-DEEA-C93F-A0DB-126DD4E1E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6190" y="4421305"/>
                  <a:ext cx="584647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a-DK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CA52CA2-82A9-0DC7-751A-633F903C3C00}"/>
                </a:ext>
              </a:extLst>
            </p:cNvPr>
            <p:cNvGrpSpPr/>
            <p:nvPr/>
          </p:nvGrpSpPr>
          <p:grpSpPr>
            <a:xfrm>
              <a:off x="3709523" y="3777411"/>
              <a:ext cx="1755820" cy="643894"/>
              <a:chOff x="3709523" y="3777411"/>
              <a:chExt cx="1755820" cy="643894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2C340E7-2FBF-30B4-BF46-2697D8E4059A}"/>
                  </a:ext>
                </a:extLst>
              </p:cNvPr>
              <p:cNvSpPr txBox="1"/>
              <p:nvPr/>
            </p:nvSpPr>
            <p:spPr>
              <a:xfrm>
                <a:off x="3709523" y="3777411"/>
                <a:ext cx="1755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heat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12877A1-B67C-4A0B-A0AC-97FC639E0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8208" y="4146743"/>
                <a:ext cx="0" cy="27456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F4CEB6-12C1-485F-35E2-A1AD7955FF8C}"/>
                </a:ext>
              </a:extLst>
            </p:cNvPr>
            <p:cNvGrpSpPr/>
            <p:nvPr/>
          </p:nvGrpSpPr>
          <p:grpSpPr>
            <a:xfrm>
              <a:off x="5218090" y="3777411"/>
              <a:ext cx="1755820" cy="643894"/>
              <a:chOff x="3709523" y="3777411"/>
              <a:chExt cx="1755820" cy="64389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FA2222A-3E07-1E20-FAF2-570A511C3B73}"/>
                  </a:ext>
                </a:extLst>
              </p:cNvPr>
              <p:cNvSpPr txBox="1"/>
              <p:nvPr/>
            </p:nvSpPr>
            <p:spPr>
              <a:xfrm>
                <a:off x="3709523" y="3777411"/>
                <a:ext cx="1755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heat</a:t>
                </a: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C8A0BBCB-C100-E522-6C91-5A9D6FEF87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8208" y="4146743"/>
                <a:ext cx="0" cy="27456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0BDB58F-EB77-EFC6-59A1-75B58FBEAA02}"/>
                </a:ext>
              </a:extLst>
            </p:cNvPr>
            <p:cNvGrpSpPr/>
            <p:nvPr/>
          </p:nvGrpSpPr>
          <p:grpSpPr>
            <a:xfrm>
              <a:off x="6726656" y="3773855"/>
              <a:ext cx="1755820" cy="643894"/>
              <a:chOff x="3709523" y="3777411"/>
              <a:chExt cx="1755820" cy="643894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680936A-85C1-CE28-3540-F207B8F068E3}"/>
                  </a:ext>
                </a:extLst>
              </p:cNvPr>
              <p:cNvSpPr txBox="1"/>
              <p:nvPr/>
            </p:nvSpPr>
            <p:spPr>
              <a:xfrm>
                <a:off x="3709523" y="3777411"/>
                <a:ext cx="17558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heat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B987F18-0F6E-D282-83F8-A8DA8F5E69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18208" y="4146743"/>
                <a:ext cx="0" cy="27456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FormConfiguration><![CDATA[{"formFields":[],"formDataEntries":[]}]]></TemplafyFormConfiguration>
</file>

<file path=customXml/item3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60B9EDF-596D-4F67-B5E3-411D55B8E8FC}">
  <ds:schemaRefs/>
</ds:datastoreItem>
</file>

<file path=customXml/itemProps2.xml><?xml version="1.0" encoding="utf-8"?>
<ds:datastoreItem xmlns:ds="http://schemas.openxmlformats.org/officeDocument/2006/customXml" ds:itemID="{C5938109-F486-41EA-929F-D7DF65C5D6B1}">
  <ds:schemaRefs/>
</ds:datastoreItem>
</file>

<file path=customXml/itemProps3.xml><?xml version="1.0" encoding="utf-8"?>
<ds:datastoreItem xmlns:ds="http://schemas.openxmlformats.org/officeDocument/2006/customXml" ds:itemID="{386C9AF7-FC43-4772-BF6D-26FE95C56D62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2025-12-12T15:04:36Z</dcterms:created>
  <dcterms:modified xsi:type="dcterms:W3CDTF">2026-06-04T18:03:31Z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